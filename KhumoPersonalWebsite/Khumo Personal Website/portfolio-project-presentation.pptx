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0"/>
          </a:xfrm>
          <a:prstGeom prst="line">
            <a:avLst/>
          </a:prstGeom>
          <a:noFill/>
          <a:ln w="38100">
            <a:solidFill>
              <a:srgbClr val="C98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E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Personal Portfolio Website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IT internship &amp; learnership applications, with AI-assisted development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12700">
            <a:solidFill>
              <a:srgbClr val="333A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[your.email@example.com]   ·   github.com/[yourusername]   ·   linkedin.com/in/[yourusername]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02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3" name="Image 0" descr="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087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modern, responsive, professional personal website that showcases who I am, my skills, qualifications, certifications, and projects — a site I can confidently share with employers when applying for IT internships and learnerships.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5212080" cy="1554480"/>
          </a:xfrm>
          <a:prstGeom prst="rect">
            <a:avLst/>
          </a:prstGeom>
          <a:solidFill>
            <a:srgbClr val="EEF0EC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2519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AI assistance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using tools such as Claude, v0, Lovable, or Bolt.new to speed up development, while I directed every design decision and can explain the code.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527048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49504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20256" y="14264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professional introduction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281160" y="1527048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281160" y="149504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592056" y="14264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 section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2185416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9360" y="215341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0256" y="2084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soft skills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281160" y="2185416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281160" y="215341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592056" y="2084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projects, with tech used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09360" y="2843784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281178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620256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281160" y="2843784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281160" y="281178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592056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309360" y="3502152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09360" y="347014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620256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 (if applicable)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281160" y="3502152"/>
            <a:ext cx="201168" cy="201168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281160" y="347014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592056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email, GitHub, LinkedIn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C98A12"/>
          </a:solidFill>
          <a:ln/>
        </p:spPr>
      </p:sp>
      <p:pic>
        <p:nvPicPr>
          <p:cNvPr id="3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Process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AI tool(s) you used, e.g. Claude / v0 by Vercel / Lovable / Bolt.new / GitHub Copilot]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1783080"/>
            <a:ext cx="5120640" cy="3749040"/>
          </a:xfrm>
          <a:prstGeom prst="rect">
            <a:avLst/>
          </a:prstGeom>
          <a:solidFill>
            <a:srgbClr val="2F6F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helped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5603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the HTML structure for each section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first-draft CSS for layout &amp; responsiveness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copy structure and placeholder content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layout issues across screen sizes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repetitive markup (project cards, timeline items)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made sure of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5603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every design and code decision on this site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reviewed and edited all AI-generated content for accuracy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chose the color palette, typography, and layout structure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tested the site myself on desktop, tablet, and mobile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personal content (bio, projects, CV) is my own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3" name="Image 0" descr="icons/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188720" cy="914400"/>
          </a:xfrm>
          <a:prstGeom prst="rect">
            <a:avLst/>
          </a:prstGeom>
          <a:solidFill>
            <a:srgbClr val="EEF0EC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#EEF0EC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11680" y="1828800"/>
            <a:ext cx="1188720" cy="914400"/>
          </a:xfrm>
          <a:prstGeom prst="rect">
            <a:avLst/>
          </a:prstGeom>
          <a:solidFill>
            <a:srgbClr val="2F6F4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1168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#2F6F4F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828800"/>
            <a:ext cx="1188720" cy="914400"/>
          </a:xfrm>
          <a:prstGeom prst="rect">
            <a:avLst/>
          </a:prstGeom>
          <a:solidFill>
            <a:srgbClr val="C98A12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#C98A12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1828800"/>
            <a:ext cx="1188720" cy="914400"/>
          </a:xfrm>
          <a:prstGeom prst="rect">
            <a:avLst/>
          </a:prstGeom>
          <a:solidFill>
            <a:srgbClr val="171B1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#171B1F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10881360" cy="0"/>
          </a:xfrm>
          <a:prstGeom prst="line">
            <a:avLst/>
          </a:prstGeom>
          <a:noFill/>
          <a:ln w="12700">
            <a:solidFill>
              <a:srgbClr val="D8DCD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233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 for headings, Inter for body text, JetBrains Mono for tags &amp; small data labels — a technical, geometric feel without relying on a generic tech font.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16052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160520" y="40233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Left-aligned throughout. Projects and timeline use borders and numbering instead of shadowed cards. A faint blueprint grid in the hero nods to technical work.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0233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deliberate animation — a typing effect in the hero. Everything else is static and respects reduced-motion settings for accessibility.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3" name="Image 0" descr="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Structure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5059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introduction &amp; CTA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4992" y="155448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47872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547872" y="20574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47872" y="245059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focus, availability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9904" y="155448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72784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20574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245059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soft skills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814816" y="155448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97696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997696" y="20574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997696" y="245059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builds with tech stack &amp; links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70332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206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5994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 timeline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364992" y="370332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47872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547872" y="4206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547872" y="45994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with issuer &amp; year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89904" y="370332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72784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272784" y="4206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272784" y="45994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/ volunteering history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814816" y="3703320"/>
            <a:ext cx="25420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97696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997696" y="4206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997696" y="45994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GitHub, LinkedIn, CV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61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53288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on desktop, tablet &amp; mobile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47672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537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253288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with accessible focus states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169164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11312" y="1947672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113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11312" y="253288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navigation with mobile menu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365760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3913632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611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96112" y="449884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CV from two locations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97680" y="365760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53712" y="3913632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5371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553712" y="449884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framework, no build step — deploys anywhere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955280" y="365760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11312" y="3913632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1131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11312" y="449884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Reduced-motion support &amp; keyboard navigation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C98A12"/>
          </a:solidFill>
          <a:ln/>
        </p:spPr>
      </p:sp>
      <p:pic>
        <p:nvPicPr>
          <p:cNvPr id="3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2514600" cy="2377440"/>
          </a:xfrm>
          <a:prstGeom prst="rect">
            <a:avLst/>
          </a:prstGeom>
          <a:solidFill>
            <a:srgbClr val="2B5A4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920240"/>
            <a:ext cx="2514600" cy="2377440"/>
          </a:xfrm>
          <a:prstGeom prst="rect">
            <a:avLst/>
          </a:prstGeom>
          <a:solidFill>
            <a:srgbClr val="2B5A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1188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system, Grid &amp; Flexbox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920240"/>
            <a:ext cx="2514600" cy="2377440"/>
          </a:xfrm>
          <a:prstGeom prst="rect">
            <a:avLst/>
          </a:prstGeom>
          <a:solidFill>
            <a:srgbClr val="2B5A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toggle, hero animation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69680" y="1920240"/>
            <a:ext cx="2514600" cy="2377440"/>
          </a:xfrm>
          <a:prstGeom prst="rect">
            <a:avLst/>
          </a:prstGeom>
          <a:solidFill>
            <a:srgbClr val="2B5A4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9828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Grotesk, Inter, JetBrains Mono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dependencies. Zero build step. Opens directly in a browser and deploys to any static host.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3" name="Image 0" descr="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88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[GitHub Pages / Netlify / Vercel — choose the one you used]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2514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004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committed to a public repository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172968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83280" y="1874520"/>
            <a:ext cx="2514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host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32004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repo in GitHub Pages / Netlify / Vercel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916168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26480" y="1874520"/>
            <a:ext cx="2514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2103120"/>
            <a:ext cx="502920" cy="50292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55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32004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builds and publishes the static site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659368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869680" y="1874520"/>
            <a:ext cx="2514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98280" y="2103120"/>
            <a:ext cx="502920" cy="502920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98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09828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098280" y="32004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added to CV &amp; job applications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3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&amp; Repository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6400800" cy="4434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CD4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914400" y="3474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screenshot of your live homepage here 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6640" y="1737360"/>
            <a:ext cx="502920" cy="502920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8" name="Image 1" descr="icon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399" y="186811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9244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[https://yourusername.github.io/portfolio]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406640" y="2651760"/>
            <a:ext cx="502920" cy="502920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12" name="Image 2" descr="icons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399" y="27825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9244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09244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[github.com/yourusername/portfolio]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06640" y="3749040"/>
            <a:ext cx="4114800" cy="2194560"/>
          </a:xfrm>
          <a:prstGeom prst="rect">
            <a:avLst/>
          </a:prstGeom>
          <a:solidFill>
            <a:srgbClr val="2F6F4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68096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checklist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680960" y="42976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link works in a private window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placeholders replaced with real info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downloads correctly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phone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05840" cy="0"/>
          </a:xfrm>
          <a:prstGeom prst="line">
            <a:avLst/>
          </a:prstGeom>
          <a:noFill/>
          <a:ln w="38100">
            <a:solidFill>
              <a:srgbClr val="C98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IT internships &amp; learnerships.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great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7" name="Image 0" descr="icons/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8679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8039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[your.email@example.com]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10" name="Image 1" descr="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6451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5811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github.com/[yourusername]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2F6F4F"/>
          </a:solidFill>
          <a:ln/>
        </p:spPr>
      </p:sp>
      <p:pic>
        <p:nvPicPr>
          <p:cNvPr id="13" name="Image 2" descr="icons/linked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4223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3583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linkedin.com/in/[yourusername]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4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2026-09-02T07:12:17Z</dcterms:created>
  <dcterms:modified xsi:type="dcterms:W3CDTF">2026-09-02T07:12:17Z</dcterms:modified>
</cp:coreProperties>
</file>